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7" r:id="rId7"/>
    <p:sldId id="268" r:id="rId8"/>
    <p:sldId id="272" r:id="rId9"/>
    <p:sldId id="270" r:id="rId10"/>
    <p:sldId id="27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02"/>
    <p:restoredTop sz="94675"/>
  </p:normalViewPr>
  <p:slideViewPr>
    <p:cSldViewPr snapToGrid="0">
      <p:cViewPr varScale="1">
        <p:scale>
          <a:sx n="119" d="100"/>
          <a:sy n="119" d="100"/>
        </p:scale>
        <p:origin x="2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3C57-26AC-4CFB-E4FC-ADB2CDC776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A05A0-A57A-43C5-1A37-C7B90AE21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8F8FF-B878-3EE2-EFB2-04D05593D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9AB3B-4ACD-D761-34F8-5E04E5BE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436AD-5C9D-92FD-D32C-1D5E9E06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27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AA4E-0893-DAEA-7A55-95F1DAE0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81638-208B-2885-B45C-D31C7A134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7E773-FCC1-D956-E271-E5EB1BC93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62820-A073-6F33-147D-08A342174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CF9C8-E28E-D59D-22A1-876C00245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814B-0D8E-8575-BEF6-55C64E658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3300C-8004-8FB7-5B13-F775B38A9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CC231-86F2-F454-58F7-733469848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893B1-BA0B-0FA1-F99F-518CE702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72A3-E7B1-565D-BA66-A0011E84B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32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BE910-0271-6A81-56D1-5F9D1137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683ED-8A5B-7FB4-9950-B7FBDF558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2BCA3-4F40-E8B4-8049-358B7C65D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3BCA-EF07-9A31-1D4A-896F4BD3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52251-0302-0219-FD13-FFE01EC4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17BED-9B31-8D5A-FDF0-AAFDB7B0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3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4B28B-F977-DFA2-5180-A601C02F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90BB1-1C05-32F6-516B-AF84BAF80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658A4-32B9-2552-3F03-6EE0874CD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13105-F8F9-985D-5190-AB9B89DAD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4313E-D61D-FEA6-04D5-DD1FB0F78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A649B-7F0B-B822-3B89-A0341DA7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F2AD0-4F53-B209-5CD4-32DDDD87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ADC49-FB16-8407-4B05-B3A7BBFD5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412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4AB98-7E80-21A1-4A37-7976A27A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E0B8F8-BBA0-2E4D-4111-B3E242FB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9A5D1-51D5-E2B8-C2C8-6A11D2618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C569C-3E65-6D72-6F36-A469E42F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3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FDEFDE-0011-A65C-8B3B-152A57FA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18CA3-3403-48ED-EF97-6C1949AA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D8B99-A324-3F63-4C52-0B8363693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5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D4C57-C1FD-DBB8-A19D-36DB7675B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10362-F19E-506D-34C5-765A62B6A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10212-A6C5-D0FD-30E1-D91CC608A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F1978-6759-2C43-1DD9-727154123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1986C-D009-E0D9-6D4E-D40077FB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97C9E-0BAD-5FCB-A9C4-4D8C01CB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51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E495-5962-39DB-EED2-F86E4011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08DF1E-0CBF-2CCC-1919-627DAD21C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AB996-62DF-3F5A-21DD-27FDA1ECD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134DA-9FCB-5A4A-049E-8B7B964F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D7B19-99D1-D541-D65A-24AFD85AF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0939A-1623-4563-CA98-0D4C7C68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1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4353-2922-F23F-676C-3F27D13B2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E8E6D-1E77-250B-97E9-13E0DBE0F6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3F47D-CCF4-8E55-A137-FE937C6F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3442-722D-38D0-35CC-D37DF37F6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6960C-29C7-A21F-1D04-B7171CB8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2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BC344-1CEB-E4EC-D865-01FD44B8C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ED422-2D65-ADA3-86C2-F4ABEAD8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5FCA4-6F06-8FB3-F1A9-7AE88B7F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D1D00-6D30-B755-DC12-DF868024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79A2F-06E1-B580-CD26-75590474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972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B015A-2900-6F10-E4C6-E35C1F1C7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85E47-1B9D-34EC-125A-52ED8E8FF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DE2F2-A878-D1B8-E2C2-FEED3A93B8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BA5976-347D-9E4F-804B-F21B1299374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7D8AC-B366-D015-6981-E0AC6A44B7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8E275-8820-DA28-238C-155AD472F2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783B4-CD0B-764E-84A4-D9720192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58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DA5D-5EFA-CFD9-F7E3-AE9B2A26C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8215"/>
            <a:ext cx="9144000" cy="846846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 Week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B86CF-D59A-F883-7DF8-6F462E1089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9815"/>
            <a:ext cx="9144000" cy="2837985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2703113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8B3D-5A32-8231-958A-3188856A4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E353B6-F0FD-CE4F-7C26-3F4C07203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30" y="1690688"/>
            <a:ext cx="11592340" cy="863612"/>
          </a:xfrm>
        </p:spPr>
      </p:pic>
    </p:spTree>
    <p:extLst>
      <p:ext uri="{BB962C8B-B14F-4D97-AF65-F5344CB8AC3E}">
        <p14:creationId xmlns:p14="http://schemas.microsoft.com/office/powerpoint/2010/main" val="266734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D1C4-3819-2850-A96C-C696D7D4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1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4E42E9D-646D-01C6-B430-A4B5FAE6A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30" y="1690688"/>
            <a:ext cx="11592340" cy="86361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3A74D9-C2A7-4907-0AB9-09A617A76B94}"/>
              </a:ext>
            </a:extLst>
          </p:cNvPr>
          <p:cNvSpPr txBox="1"/>
          <p:nvPr/>
        </p:nvSpPr>
        <p:spPr>
          <a:xfrm>
            <a:off x="299830" y="2964873"/>
            <a:ext cx="12032461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not benefiting from the potential use of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under single CPU situations, concurrency can speed up things (use the CPU waiting time to do other tasks)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there is a long-running transaction in the system, holding up every other transaction till that long one finish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(not efficient)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6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9733-53C8-10BD-449A-0361D036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A9DE7-C57E-AF20-B114-89CCF49EC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4597" y="1690688"/>
            <a:ext cx="10902806" cy="987573"/>
          </a:xfrm>
        </p:spPr>
      </p:pic>
    </p:spTree>
    <p:extLst>
      <p:ext uri="{BB962C8B-B14F-4D97-AF65-F5344CB8AC3E}">
        <p14:creationId xmlns:p14="http://schemas.microsoft.com/office/powerpoint/2010/main" val="2575460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366E-E559-B68D-F16F-707D3A636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394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</a:t>
            </a:r>
            <a:endParaRPr lang="en-US" dirty="0"/>
          </a:p>
        </p:txBody>
      </p:sp>
      <p:pic>
        <p:nvPicPr>
          <p:cNvPr id="5" name="Content Placeholder 4" descr="A white sheet with blue text&#10;&#10;Description automatically generated">
            <a:extLst>
              <a:ext uri="{FF2B5EF4-FFF2-40B4-BE49-F238E27FC236}">
                <a16:creationId xmlns:a16="http://schemas.microsoft.com/office/drawing/2014/main" id="{30530EFC-1CE3-403C-81A4-D4559BC62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365" y="1329070"/>
            <a:ext cx="5376635" cy="499730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973712-E060-7A88-A57B-7F7B60708891}"/>
              </a:ext>
            </a:extLst>
          </p:cNvPr>
          <p:cNvSpPr txBox="1"/>
          <p:nvPr/>
        </p:nvSpPr>
        <p:spPr>
          <a:xfrm>
            <a:off x="6094228" y="1329070"/>
            <a:ext cx="609777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obey the Isolation property. Thus, we need something more for proper concurrency control in DBMSs.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solve it: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higher isolation level (serializable): making transactions appear as if they are executed one after the other, rather than concurrently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two-phase locking: a transaction holds all its exclusive (write) locks until it commits or aborts</a:t>
            </a:r>
          </a:p>
        </p:txBody>
      </p:sp>
    </p:spTree>
    <p:extLst>
      <p:ext uri="{BB962C8B-B14F-4D97-AF65-F5344CB8AC3E}">
        <p14:creationId xmlns:p14="http://schemas.microsoft.com/office/powerpoint/2010/main" val="945580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5F50-FAE3-C1CF-A139-EE33EFF0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47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63663D-EAA6-3FFC-B067-D91AA6A8D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143" y="1570037"/>
            <a:ext cx="5651205" cy="30854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31A972-C2D3-8DBF-341C-E234F17E6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143" y="2379502"/>
            <a:ext cx="8799475" cy="103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465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978E268-5CF8-FFB6-B662-DBC55BB8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47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D5012D-E152-E377-51C1-F8DBC5E99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54" y="1285189"/>
            <a:ext cx="7565066" cy="887397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FD997056-4FAE-C38D-4C7E-04C48700A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54" y="2172586"/>
            <a:ext cx="8326405" cy="448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60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B54F5B-A2F4-54D1-43F2-9419058E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474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</a:t>
            </a:r>
          </a:p>
        </p:txBody>
      </p:sp>
      <p:pic>
        <p:nvPicPr>
          <p:cNvPr id="6" name="Picture 5" descr="A close-up of a message&#10;&#10;AI-generated content may be incorrect.">
            <a:extLst>
              <a:ext uri="{FF2B5EF4-FFF2-40B4-BE49-F238E27FC236}">
                <a16:creationId xmlns:a16="http://schemas.microsoft.com/office/drawing/2014/main" id="{7B52C457-2912-95A5-6B72-D73F95434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116" y="1570037"/>
            <a:ext cx="9900684" cy="522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81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5B41-3B7E-4470-9056-39A3D238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pic>
        <p:nvPicPr>
          <p:cNvPr id="5" name="Content Placeholder 4" descr="A close-up of a text&#10;&#10;Description automatically generated">
            <a:extLst>
              <a:ext uri="{FF2B5EF4-FFF2-40B4-BE49-F238E27FC236}">
                <a16:creationId xmlns:a16="http://schemas.microsoft.com/office/drawing/2014/main" id="{CDB65886-FBE8-2517-E293-EEAE53097D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505" y="1672929"/>
            <a:ext cx="11172990" cy="2658028"/>
          </a:xfrm>
        </p:spPr>
      </p:pic>
    </p:spTree>
    <p:extLst>
      <p:ext uri="{BB962C8B-B14F-4D97-AF65-F5344CB8AC3E}">
        <p14:creationId xmlns:p14="http://schemas.microsoft.com/office/powerpoint/2010/main" val="3056010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32F1-EFF8-B84B-1274-93E86EDD0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pic>
        <p:nvPicPr>
          <p:cNvPr id="5" name="Content Placeholder 4" descr="A screenshot of a document&#10;&#10;Description automatically generated">
            <a:extLst>
              <a:ext uri="{FF2B5EF4-FFF2-40B4-BE49-F238E27FC236}">
                <a16:creationId xmlns:a16="http://schemas.microsoft.com/office/drawing/2014/main" id="{C35AA781-4797-72BD-8E13-280E6816A8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954" y="1466333"/>
            <a:ext cx="10016092" cy="4686300"/>
          </a:xfrm>
        </p:spPr>
      </p:pic>
    </p:spTree>
    <p:extLst>
      <p:ext uri="{BB962C8B-B14F-4D97-AF65-F5344CB8AC3E}">
        <p14:creationId xmlns:p14="http://schemas.microsoft.com/office/powerpoint/2010/main" val="150589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702F-5CF8-0CAE-16C7-413B353B1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4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638EC2-20A4-9B54-8C8C-A7299B013218}"/>
              </a:ext>
            </a:extLst>
          </p:cNvPr>
          <p:cNvSpPr txBox="1"/>
          <p:nvPr/>
        </p:nvSpPr>
        <p:spPr>
          <a:xfrm>
            <a:off x="838200" y="1690688"/>
            <a:ext cx="3231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dependencies</a:t>
            </a:r>
          </a:p>
        </p:txBody>
      </p:sp>
      <p:pic>
        <p:nvPicPr>
          <p:cNvPr id="5" name="Picture 4" descr="A diagram of a dirty read and unrepeatable reading&#10;&#10;Description automatically generated">
            <a:extLst>
              <a:ext uri="{FF2B5EF4-FFF2-40B4-BE49-F238E27FC236}">
                <a16:creationId xmlns:a16="http://schemas.microsoft.com/office/drawing/2014/main" id="{0D9AFCD5-BFAA-5CEF-6F1F-F1EE90E8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52353"/>
            <a:ext cx="8013231" cy="330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57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1860</TotalTime>
  <Words>151</Words>
  <Application>Microsoft Macintosh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Tutorial Week 7</vt:lpstr>
      <vt:lpstr>Question 1</vt:lpstr>
      <vt:lpstr>Question 1</vt:lpstr>
      <vt:lpstr>Question 2</vt:lpstr>
      <vt:lpstr>Question 2</vt:lpstr>
      <vt:lpstr>Question 3</vt:lpstr>
      <vt:lpstr>Question 3</vt:lpstr>
      <vt:lpstr>Question 3</vt:lpstr>
      <vt:lpstr>Question 4</vt:lpstr>
      <vt:lpstr>Question 4</vt:lpstr>
      <vt:lpstr>Question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9</cp:revision>
  <dcterms:created xsi:type="dcterms:W3CDTF">2024-09-02T13:14:44Z</dcterms:created>
  <dcterms:modified xsi:type="dcterms:W3CDTF">2026-04-21T02:02:04Z</dcterms:modified>
</cp:coreProperties>
</file>