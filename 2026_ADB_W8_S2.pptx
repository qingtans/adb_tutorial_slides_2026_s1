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58" r:id="rId5"/>
    <p:sldId id="262" r:id="rId6"/>
    <p:sldId id="260" r:id="rId7"/>
    <p:sldId id="259" r:id="rId8"/>
    <p:sldId id="264" r:id="rId9"/>
    <p:sldId id="265" r:id="rId10"/>
    <p:sldId id="266" r:id="rId11"/>
    <p:sldId id="267" r:id="rId12"/>
    <p:sldId id="261" r:id="rId13"/>
    <p:sldId id="268" r:id="rId14"/>
    <p:sldId id="271" r:id="rId15"/>
    <p:sldId id="269" r:id="rId16"/>
    <p:sldId id="273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29"/>
    <p:restoredTop sz="94571"/>
  </p:normalViewPr>
  <p:slideViewPr>
    <p:cSldViewPr snapToGrid="0">
      <p:cViewPr varScale="1">
        <p:scale>
          <a:sx n="114" d="100"/>
          <a:sy n="114" d="100"/>
        </p:scale>
        <p:origin x="1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5B86-2BC3-94FA-2699-23450076D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33115-F88C-51BF-2B67-70579A1DE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09678-FF0F-B053-C7FB-000CFD7E6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0C0A-B669-A1AE-3AAA-686FA1AA1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A01E0-0199-4F1E-B1B8-AC142634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033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0ED1B-3D84-C406-6BD7-BE0D2DE91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3A5E1B-3613-44BB-E866-427B94052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132AD-C38D-90AB-86CE-DA395EF1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F9F29-40F4-368F-E9D4-3C558DFE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7F612-A4D4-B088-BE52-12E372680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8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CCBD-4C63-E933-7008-7B9744CA6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8E9EAE-1831-AF43-F166-C042393C6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B203-7A38-934F-BCF6-B168FF18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AB214-B466-400F-21D6-67BC3CEA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1321B-6575-55B6-8BA1-75486CC0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26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3DDD6-1793-88A2-E1B3-A5572CDC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72146-4C61-4846-5171-81566034E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BE11A-9C50-1EA0-DBD6-485704B9A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033A4-4893-5CB7-BBA8-37D721762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BF2E8-8DAE-581A-67CD-D8C64EEA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2A65A-74A1-0DA8-C093-33D21370F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7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4260-D413-ABDF-762B-AEF991E91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5E947-72EB-183A-DCAD-BF6E8CD99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59640-1187-FEB9-5733-DB1FBD765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D8355-20F9-828D-E5F3-B14163E2BC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ACF3AE-3127-1592-A28D-B613FBFFE8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EFFF5D-512E-778A-4B21-0799F9802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1766A8-EC90-2BF2-579D-B5E666B78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75242-9221-2920-7D6F-7F7ACD43E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4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34D46-F5DA-C3F2-301A-73CEECFF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0A4C84-A2A9-843C-6CAB-56FD41AE0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3ADE12-B09C-E101-9BFE-1B6ADDFA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36734-FCC3-C1BE-AEA6-EA4F4996D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308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0A977-1847-B612-76DE-FBEE529FD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454DB-013F-DA5D-871B-F90EF0158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D4175-A99B-41ED-E290-A3E8CC7E3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0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E47E-B833-B340-87A9-0BD746C50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B0F83-7BF8-36A5-DE2E-24E5A76DC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64604-5493-6D2D-5B36-F0D84F90F8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BACA1-F664-A33A-E883-7FAD59423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B0827-8873-5F30-54F0-3C715B94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66F8AB-3979-B56F-C8CF-92F118F6B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3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81AD7-2068-BF28-F3E2-CF84611BA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0E7110-67C5-B909-F8EE-E62CF5454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B41BA-4262-EC3C-1418-02C22E3D7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2C8DEE-1C0D-B800-D1C0-001BF5E8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C7C9D6-BB4A-4610-8143-6EDAC3CE6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665E2-2231-3F74-C27D-B21839D5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77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F948B-25C8-3025-95AB-B84EDA17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03DAA7-1268-082A-E675-6D8D598C0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C60A1-CF2C-0B19-BCF3-4480087D6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D8BB4-EE79-51C0-1EB3-58EEEBB6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997EC-AE8C-EAB9-BBBA-D398DEFB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30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B4FA5-67DD-5173-2A33-15E98A375F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51887-CDB4-1241-186F-0C901EFBAC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AE512-9A8A-BECF-B254-C5FE1D65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6521F1-B3F0-EBC0-C5B2-5F721289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4E6B0-E448-DB20-97E5-421BA3BC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4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5E069-DAF8-5E43-A851-82EB991A2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6B551-684A-EBAF-2C3E-47513B07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FCDCC-64F1-0355-304D-A9DEEE7A0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EFA2B3-E287-AC45-AABF-725FBD049138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58D43-83B3-712D-CAA4-C330344AE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25A6B-8B5E-D6ED-9D00-35CF212CE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562FA-7840-5E45-98CE-04495F07F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41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EB6F-69DC-3C75-A87D-C53C93DB87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963"/>
            <a:ext cx="9144000" cy="101123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8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AB876-7C65-D32A-1388-7CBE0C1C3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22782"/>
            <a:ext cx="9144000" cy="421419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Deadlock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Well-formed transactions / Two-phase transactions</a:t>
            </a:r>
          </a:p>
        </p:txBody>
      </p:sp>
    </p:spTree>
    <p:extLst>
      <p:ext uri="{BB962C8B-B14F-4D97-AF65-F5344CB8AC3E}">
        <p14:creationId xmlns:p14="http://schemas.microsoft.com/office/powerpoint/2010/main" val="2742888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FBDCB-6DB5-9086-D0DE-DC92BC549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35254C8C-F5E7-95FB-8F80-4153C5DC77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673" y="1763160"/>
            <a:ext cx="11216653" cy="3331679"/>
          </a:xfrm>
        </p:spPr>
      </p:pic>
    </p:spTree>
    <p:extLst>
      <p:ext uri="{BB962C8B-B14F-4D97-AF65-F5344CB8AC3E}">
        <p14:creationId xmlns:p14="http://schemas.microsoft.com/office/powerpoint/2010/main" val="3673633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0FE23-BA0B-34A1-1C1D-8607496E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F3E47-B464-BB83-1CC4-820BE2181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5A25FE-36E2-3763-18E5-3CCBF9345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53" y="1690688"/>
            <a:ext cx="11044294" cy="446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51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D371-8614-0D13-A63F-8AE310008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solve 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70F42-3D28-3FC6-140F-2B9920A01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Have enough resources so that no waiting occurs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Do not allow a process to wait, simply rollback after a certain time.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Linearly order the resources and request of resources should follow this order. This type of allocation guarantees no cyclic dependencies among the transactions. 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512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EC8B-9B40-8571-6C4A-DA6D8771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Q2+Q3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F4F1E-117F-AB9E-442C-0A1201369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83" y="1690688"/>
            <a:ext cx="11489634" cy="10204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CF05F2-E2D0-7F1C-38B3-5F5415A1D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83" y="3429000"/>
            <a:ext cx="11489634" cy="568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8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B046B-B04A-A12C-5280-9F789000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BDAAB7-DC1D-BB2D-9EA9-0CAFFA076E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7466" y="1645341"/>
            <a:ext cx="8737067" cy="857042"/>
          </a:xfrm>
        </p:spPr>
      </p:pic>
      <p:pic>
        <p:nvPicPr>
          <p:cNvPr id="7" name="Picture 6" descr="A diagram of a diagram&#10;&#10;Description automatically generated">
            <a:extLst>
              <a:ext uri="{FF2B5EF4-FFF2-40B4-BE49-F238E27FC236}">
                <a16:creationId xmlns:a16="http://schemas.microsoft.com/office/drawing/2014/main" id="{09463FE1-397F-5B14-62AC-89410026F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840106"/>
            <a:ext cx="3442804" cy="32863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9E91214-6EE8-928C-630D-611DE3D1AE23}"/>
              </a:ext>
            </a:extLst>
          </p:cNvPr>
          <p:cNvSpPr txBox="1"/>
          <p:nvPr/>
        </p:nvSpPr>
        <p:spPr>
          <a:xfrm>
            <a:off x="4817851" y="2644170"/>
            <a:ext cx="704551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Equivalence: a given database will end up in exactly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final state by executing either of the sequence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operations in H1 or H2 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group of text with different colored letters&#10;&#10;Description automatically generated with medium confidence">
            <a:extLst>
              <a:ext uri="{FF2B5EF4-FFF2-40B4-BE49-F238E27FC236}">
                <a16:creationId xmlns:a16="http://schemas.microsoft.com/office/drawing/2014/main" id="{FBDE294A-1D50-FE41-7BC4-9E4ED6740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003" y="4063724"/>
            <a:ext cx="7812097" cy="2164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0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495C-73D9-AE2A-C88D-39BF6A57E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5CD4E-E0BC-8ECA-C2B9-4FAAB1304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Dependencies: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diagram of a graph&#10;&#10;Description automatically generated">
            <a:extLst>
              <a:ext uri="{FF2B5EF4-FFF2-40B4-BE49-F238E27FC236}">
                <a16:creationId xmlns:a16="http://schemas.microsoft.com/office/drawing/2014/main" id="{90B3612B-74EE-1319-F682-1C4BAE000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09116"/>
            <a:ext cx="7775713" cy="464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57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DEC8B-9B40-8571-6C4A-DA6D8771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685" y="31658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Q2+Q3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5F4F1E-117F-AB9E-442C-0A1201369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83" y="1085655"/>
            <a:ext cx="11489634" cy="102046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CF05F2-E2D0-7F1C-38B3-5F5415A1D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68" y="5040086"/>
            <a:ext cx="11489634" cy="568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E1D045-8213-E782-F76D-843343653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68" y="5706733"/>
            <a:ext cx="11501149" cy="875722"/>
          </a:xfrm>
          <a:prstGeom prst="rect">
            <a:avLst/>
          </a:prstGeom>
        </p:spPr>
      </p:pic>
      <p:pic>
        <p:nvPicPr>
          <p:cNvPr id="6" name="Picture 5" descr="A diagram of a graph&#10;&#10;AI-generated content may be incorrect.">
            <a:extLst>
              <a:ext uri="{FF2B5EF4-FFF2-40B4-BE49-F238E27FC236}">
                <a16:creationId xmlns:a16="http://schemas.microsoft.com/office/drawing/2014/main" id="{FF8A96F2-8958-8940-C455-515D340F7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83" y="2203969"/>
            <a:ext cx="6768074" cy="283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50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B83A-6B2F-8F65-B7E1-B4A30F16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85BAF-ED60-0755-917C-50F42D6E4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853" y="1690688"/>
            <a:ext cx="11430293" cy="8007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14BFF2-401A-E36B-6EE5-76FAA8C52ACD}"/>
              </a:ext>
            </a:extLst>
          </p:cNvPr>
          <p:cNvSpPr txBox="1"/>
          <p:nvPr/>
        </p:nvSpPr>
        <p:spPr>
          <a:xfrm>
            <a:off x="596348" y="2968487"/>
            <a:ext cx="114777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H1= &lt; (T3,W,O5),(T3,W,O1),(T2,R,O5),(T2,W,O2),(T1,R,O1),(T1,R,O2),(T5,R,O4),(T5,R,O3) &gt;,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whether DEP(H) = DEP(H1)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5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2B83A-6B2F-8F65-B7E1-B4A30F16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F85BAF-ED60-0755-917C-50F42D6E48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853" y="1690688"/>
            <a:ext cx="11430293" cy="800721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114BFF2-401A-E36B-6EE5-76FAA8C52ACD}"/>
              </a:ext>
            </a:extLst>
          </p:cNvPr>
          <p:cNvSpPr txBox="1"/>
          <p:nvPr/>
        </p:nvSpPr>
        <p:spPr>
          <a:xfrm>
            <a:off x="596348" y="2968487"/>
            <a:ext cx="1147775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we have H1= &lt; (T3,W,O5),(T3,W,O1),(T2,R,O5),(T2,W,O2),(T1,R,O1),(T1,R,O2),(T5,R,O4),(T5,R,O3) &gt;,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 whether DEP(H) = DEP(H1)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text on a white background&#10;&#10;Description automatically generated">
            <a:extLst>
              <a:ext uri="{FF2B5EF4-FFF2-40B4-BE49-F238E27FC236}">
                <a16:creationId xmlns:a16="http://schemas.microsoft.com/office/drawing/2014/main" id="{777180F9-D82A-95C8-94BD-336664FBE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48" y="3910290"/>
            <a:ext cx="10999304" cy="285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55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9AC8-0D7A-97D4-90DC-01CC3CF06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Q5</a:t>
            </a:r>
          </a:p>
        </p:txBody>
      </p:sp>
      <p:pic>
        <p:nvPicPr>
          <p:cNvPr id="5" name="Content Placeholder 4" descr="A diagram of a diagram&#10;&#10;Description automatically generated">
            <a:extLst>
              <a:ext uri="{FF2B5EF4-FFF2-40B4-BE49-F238E27FC236}">
                <a16:creationId xmlns:a16="http://schemas.microsoft.com/office/drawing/2014/main" id="{77DC31BB-F57D-6CF0-FAFB-CCDF4A82B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71" y="1491905"/>
            <a:ext cx="12163657" cy="4604095"/>
          </a:xfrm>
        </p:spPr>
      </p:pic>
    </p:spTree>
    <p:extLst>
      <p:ext uri="{BB962C8B-B14F-4D97-AF65-F5344CB8AC3E}">
        <p14:creationId xmlns:p14="http://schemas.microsoft.com/office/powerpoint/2010/main" val="2114566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A222F-B2A4-897B-85F0-58607C2D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Dependency graph</a:t>
            </a:r>
            <a:endParaRPr lang="en-US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B9685C8-3517-F089-B960-469681E7B6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899" y="1273003"/>
            <a:ext cx="8458201" cy="5453314"/>
          </a:xfrm>
        </p:spPr>
      </p:pic>
    </p:spTree>
    <p:extLst>
      <p:ext uri="{BB962C8B-B14F-4D97-AF65-F5344CB8AC3E}">
        <p14:creationId xmlns:p14="http://schemas.microsoft.com/office/powerpoint/2010/main" val="2626046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text on a page&#10;&#10;Description automatically generated">
            <a:extLst>
              <a:ext uri="{FF2B5EF4-FFF2-40B4-BE49-F238E27FC236}">
                <a16:creationId xmlns:a16="http://schemas.microsoft.com/office/drawing/2014/main" id="{EF971E7A-40F0-3119-A067-AE7FAA89E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5847" y="55315"/>
            <a:ext cx="10980305" cy="6747370"/>
          </a:xfrm>
        </p:spPr>
      </p:pic>
    </p:spTree>
    <p:extLst>
      <p:ext uri="{BB962C8B-B14F-4D97-AF65-F5344CB8AC3E}">
        <p14:creationId xmlns:p14="http://schemas.microsoft.com/office/powerpoint/2010/main" val="3634734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B222-8BE7-97D3-DB85-522A9DB6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2B2FA46-085A-F080-ED1C-24A60719E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91" y="1690688"/>
            <a:ext cx="11899617" cy="3848721"/>
          </a:xfrm>
        </p:spPr>
      </p:pic>
    </p:spTree>
    <p:extLst>
      <p:ext uri="{BB962C8B-B14F-4D97-AF65-F5344CB8AC3E}">
        <p14:creationId xmlns:p14="http://schemas.microsoft.com/office/powerpoint/2010/main" val="676869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D6FE9-AAE6-2416-5CBD-39CA87CC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Well-formed transactions / Two-phase transactions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8F1560E2-E174-5ADA-6BC8-0E148FD5B9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4095"/>
            <a:ext cx="10720481" cy="2389809"/>
          </a:xfrm>
        </p:spPr>
      </p:pic>
    </p:spTree>
    <p:extLst>
      <p:ext uri="{BB962C8B-B14F-4D97-AF65-F5344CB8AC3E}">
        <p14:creationId xmlns:p14="http://schemas.microsoft.com/office/powerpoint/2010/main" val="2367987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B222-8BE7-97D3-DB85-522A9DB63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Q6</a:t>
            </a:r>
          </a:p>
        </p:txBody>
      </p:sp>
      <p:pic>
        <p:nvPicPr>
          <p:cNvPr id="5" name="Content Placeholder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2B2FA46-085A-F080-ED1C-24A60719E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91" y="1690688"/>
            <a:ext cx="11899617" cy="384872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AA3211-F188-9652-6CB2-DACE87278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92" y="5539409"/>
            <a:ext cx="11022214" cy="111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025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3F11-86FA-9DB4-74CB-CE7746C8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Well-formed transactions / Two-phase transactions</a:t>
            </a:r>
            <a:endParaRPr lang="en-US" sz="4000" dirty="0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EE1C58B4-EEC4-CA6F-7376-854C0D95E2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7243" y="1192694"/>
            <a:ext cx="6937513" cy="5400915"/>
          </a:xfrm>
        </p:spPr>
      </p:pic>
    </p:spTree>
    <p:extLst>
      <p:ext uri="{BB962C8B-B14F-4D97-AF65-F5344CB8AC3E}">
        <p14:creationId xmlns:p14="http://schemas.microsoft.com/office/powerpoint/2010/main" val="2108367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3F11-86FA-9DB4-74CB-CE7746C84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Well-formed transactions / Two-phase transactions</a:t>
            </a:r>
            <a:endParaRPr lang="en-US" sz="4000" dirty="0"/>
          </a:p>
        </p:txBody>
      </p:sp>
      <p:pic>
        <p:nvPicPr>
          <p:cNvPr id="7" name="Content Placeholder 6" descr="A close-up of a computer code&#10;&#10;Description automatically generated">
            <a:extLst>
              <a:ext uri="{FF2B5EF4-FFF2-40B4-BE49-F238E27FC236}">
                <a16:creationId xmlns:a16="http://schemas.microsoft.com/office/drawing/2014/main" id="{431B6FBD-3B3F-4C54-9D81-A15DF929D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2501" y="1117565"/>
            <a:ext cx="7106998" cy="5627791"/>
          </a:xfrm>
        </p:spPr>
      </p:pic>
    </p:spTree>
    <p:extLst>
      <p:ext uri="{BB962C8B-B14F-4D97-AF65-F5344CB8AC3E}">
        <p14:creationId xmlns:p14="http://schemas.microsoft.com/office/powerpoint/2010/main" val="2275950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</TotalTime>
  <Words>270</Words>
  <Application>Microsoft Macintosh PowerPoint</Application>
  <PresentationFormat>Widescreen</PresentationFormat>
  <Paragraphs>38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Office Theme</vt:lpstr>
      <vt:lpstr>Week 8 tutorial</vt:lpstr>
      <vt:lpstr>Q1</vt:lpstr>
      <vt:lpstr>Q1</vt:lpstr>
      <vt:lpstr>How to solve deadlock</vt:lpstr>
      <vt:lpstr>Q2+Q3</vt:lpstr>
      <vt:lpstr>Dependency graph</vt:lpstr>
      <vt:lpstr>Dependency graph</vt:lpstr>
      <vt:lpstr>Q2+Q3</vt:lpstr>
      <vt:lpstr>Q4</vt:lpstr>
      <vt:lpstr>Q4</vt:lpstr>
      <vt:lpstr>Q5</vt:lpstr>
      <vt:lpstr>Dependency graph</vt:lpstr>
      <vt:lpstr>PowerPoint Presentation</vt:lpstr>
      <vt:lpstr>Q6</vt:lpstr>
      <vt:lpstr>Well-formed transactions / Two-phase transactions </vt:lpstr>
      <vt:lpstr>Q6</vt:lpstr>
      <vt:lpstr>Well-formed transactions / Two-phase transactions</vt:lpstr>
      <vt:lpstr>Well-formed transactions / Two-phase transactions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Qingtan Shen</dc:creator>
  <cp:lastModifiedBy>Qingtan Shen</cp:lastModifiedBy>
  <cp:revision>7</cp:revision>
  <dcterms:created xsi:type="dcterms:W3CDTF">2024-09-10T08:00:30Z</dcterms:created>
  <dcterms:modified xsi:type="dcterms:W3CDTF">2026-05-04T00:40:27Z</dcterms:modified>
</cp:coreProperties>
</file>