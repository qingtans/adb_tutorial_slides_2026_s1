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58" r:id="rId5"/>
    <p:sldId id="259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9"/>
    <p:restoredTop sz="94652"/>
  </p:normalViewPr>
  <p:slideViewPr>
    <p:cSldViewPr snapToGrid="0">
      <p:cViewPr varScale="1">
        <p:scale>
          <a:sx n="128" d="100"/>
          <a:sy n="128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EABC3-F3F9-4641-BBCE-00CB5E63FA9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BC5A8-3F05-F645-BB9D-C4DB87059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15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BC5A8-3F05-F645-BB9D-C4DB870594E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07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1DE8A-EC17-9E2B-6ED8-5AC7349BD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9F75B-33D9-7391-7E7B-62959367C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64BAD-1C3B-1DCE-26AF-2E5A51753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04852-9E80-EDB9-520C-DF44701CF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CFBF-2C0F-CFCE-A6A5-737B9374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2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3F47-1F0C-DB8D-7D92-13DA349BB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9B9C7-B6A5-D555-5D86-7677269C2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C1E55-D736-4337-DE0F-830E8BF77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8A6E2-74B9-14F1-725D-0E78CF9C4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70D8F-DC39-916C-DEC7-5FDB0C3F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70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07625-8839-F329-0748-048C28542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6923E-F3EB-ADFC-EFAD-642E0F7B9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CF5B3-2F2B-4627-7187-1EF724D22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57BD3-39B7-62A5-FBF9-50D6FBEC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65F99-4BEB-A574-5B86-A2E36F43F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86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828C6-FE30-B6DB-C82F-7450ED77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9BEB9-CCE4-67C8-C0D3-2DBD38AC5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5D79F-6E59-CFC3-AAC0-EBF234016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C6247-7AA8-5D9D-EF95-0C051E484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63CE9-12F1-9D77-4EFA-F48427B3C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EC13B-4A32-9822-35A5-B3B71561D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2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F669F-5D3B-4599-8BF0-7D7E94AEA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8716-716B-A6AF-BE1C-1A4C3E0BF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2AD6C-9787-3A22-5F7D-CB98EC7EF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09CB01-F6FC-F27E-1A22-A447F0330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37A0F5-33DE-9C6F-7A9A-945AE8969B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BA64D7-7B9B-B090-7296-A4A70BF3E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F1ED8E-0910-791B-0A88-8CD7ADFB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675075-FDEC-C76D-CAD3-E44294985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7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5C5A-35E6-FA0B-23CA-1DC71FE2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39F4A0-FB5F-414C-FF5A-18460BF82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F8401-B2C4-58F0-E5FE-EF6AB40B6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37112-AAFD-C49B-67CC-0DF6122D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5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202F73-E9F3-997A-B745-37B550F56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D0385D-A542-6007-64A7-4B36E0CF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BD033-5FAB-D1FB-494D-7FFA22F45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0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8E715-BA9F-2F58-E624-E37542E4C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F1196-F3A8-9319-5B07-F1A959957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9801AD-3542-30E7-86C5-5620ECD16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2D634-89FC-A69C-6462-F0E42A1D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F211F-8EF7-F735-EE58-D8C729A90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515F6-F01E-1508-3087-02E8EC84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85F7-99A4-7747-B313-370672FD4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25158B-FFC3-A32E-4E97-EC506FA99F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2E5D5D-72CF-CF18-766B-1F592B21B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F3FF9-7F17-8B02-BF9D-19BB6ABC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D9A3E-C4D5-674C-26E0-6020F511D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E0741-DF33-FABD-2D31-8E7649929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14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FAF0-4BC7-BE1E-C9FF-5D0FBB8A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487580-1FE8-39BD-0A73-23D5AB4E4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9B272-DEEB-AC2F-1446-F022791E9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77CAB-BA76-939D-B5BD-F93B695D2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7BE4C-AA4C-D941-F338-24D15916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58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A93B4-5E97-72E9-2BDF-17450318C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A1020-8265-FFB2-1BAB-0D28A6B6D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FCBF9-5F21-BF0E-4DAE-A60BCF497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B1C1-5F64-EE4F-AC15-454C7FB04D8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FA19C-E723-00A1-CB55-DED43577B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E7DCC-02E0-A8C8-57A9-F3BC508A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2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BCDE7E-ED3E-E16B-4D2E-86712D711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56FA5-0723-22A1-C3B4-B81D44119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8BA02-95AA-B1DB-192D-B3F431206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9B1C1-5F64-EE4F-AC15-454C7FB04D8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12CD9-99C4-923E-6778-28FFD04D7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B3646-33C2-E5FD-665F-5715C619A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7285FD-4D63-3340-B1A6-122C596A1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0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5F9CF-EF83-E993-3E21-DC17FC8BF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6948"/>
            <a:ext cx="9144000" cy="878715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 Week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1EB78-245C-666F-7E9F-30930E7ED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34428"/>
            <a:ext cx="9144000" cy="341906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Briefly introduce myself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 questions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project (if we still have time)</a:t>
            </a:r>
          </a:p>
        </p:txBody>
      </p:sp>
    </p:spTree>
    <p:extLst>
      <p:ext uri="{BB962C8B-B14F-4D97-AF65-F5344CB8AC3E}">
        <p14:creationId xmlns:p14="http://schemas.microsoft.com/office/powerpoint/2010/main" val="1342459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8821F-5D1B-D7C6-4D07-F5D472899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7228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0A785-8EA9-4C09-998C-4C456950A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354"/>
            <a:ext cx="10515600" cy="4624609"/>
          </a:xfrm>
        </p:spPr>
        <p:txBody>
          <a:bodyPr>
            <a:norm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Qingtan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Ph.D. in School of Computing and Information Systems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qingtan.shen1@unimelb.edu.au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046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F8B026-ADF1-64A4-4043-E6A890D8F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722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pic>
        <p:nvPicPr>
          <p:cNvPr id="8" name="Picture 7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5EC5B5DB-F9F9-CC77-CB30-F1D7E9B64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4" y="1552354"/>
            <a:ext cx="11596491" cy="276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92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5215F-4824-BD11-7D25-94F206394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722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051F3-298D-9767-B534-CE0143CF8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354"/>
            <a:ext cx="10515600" cy="50185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 drive (HDD)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 of (sector / track / cluster)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 time delay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period that the head of the arm moves from a position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 required track.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Rotate time delay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waiting period that the rotation of the disk brings the required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sector to the head of the arm.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possible: (Seek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time+Rotate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= 0)?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state drive (SSD):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seek delay or rotation delay in an SSD.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diagram of a circular object with text&#10;&#10;Description automatically generated">
            <a:extLst>
              <a:ext uri="{FF2B5EF4-FFF2-40B4-BE49-F238E27FC236}">
                <a16:creationId xmlns:a16="http://schemas.microsoft.com/office/drawing/2014/main" id="{E6E0E17C-C739-BAE5-229C-B4A6894BC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168" y="1552354"/>
            <a:ext cx="4587358" cy="410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4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CD9B4-7D82-216F-FFD5-81C75298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  <a:endParaRPr lang="en-US" dirty="0"/>
          </a:p>
        </p:txBody>
      </p:sp>
      <p:pic>
        <p:nvPicPr>
          <p:cNvPr id="5" name="Content Placeholder 4" descr="A white background with blue text&#10;&#10;Description automatically generated">
            <a:extLst>
              <a:ext uri="{FF2B5EF4-FFF2-40B4-BE49-F238E27FC236}">
                <a16:creationId xmlns:a16="http://schemas.microsoft.com/office/drawing/2014/main" id="{3B19BE12-B547-577B-683A-37B10260D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443224" cy="292166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EC1910-5415-C749-7977-F7D2DF012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167312"/>
            <a:ext cx="7772400" cy="9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41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147739B-1932-BEEA-72C2-9106509F9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63378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1C3352-7D0F-EB8D-B39A-923FE5CC4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83" y="2140959"/>
            <a:ext cx="11462834" cy="128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57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22519-0039-4B45-990D-BF696517B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63378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79E49-7CF9-DE8F-3F50-0171233C4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504"/>
            <a:ext cx="10515600" cy="45484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Memory Structure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 of (Cache / Main Memory)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Cache: smaller, faster, stores frequently accessed data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Memory: larger, slower, primary memory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hits ratio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D9395A-0420-9AE1-D6E0-9EBAC230E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060114"/>
            <a:ext cx="10299677" cy="872854"/>
          </a:xfrm>
          <a:prstGeom prst="rect">
            <a:avLst/>
          </a:prstGeom>
        </p:spPr>
      </p:pic>
      <p:pic>
        <p:nvPicPr>
          <p:cNvPr id="9" name="Picture 8" descr="A diagram of a computer process&#10;&#10;Description automatically generated">
            <a:extLst>
              <a:ext uri="{FF2B5EF4-FFF2-40B4-BE49-F238E27FC236}">
                <a16:creationId xmlns:a16="http://schemas.microsoft.com/office/drawing/2014/main" id="{FE48C5AD-C872-16DC-A79E-8E06C2709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203" y="1797886"/>
            <a:ext cx="3879597" cy="316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50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99B6-E0F3-094A-0A08-502CA84BC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93709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US" dirty="0"/>
          </a:p>
        </p:txBody>
      </p:sp>
      <p:pic>
        <p:nvPicPr>
          <p:cNvPr id="5" name="Content Placeholder 4" descr="A math problem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ECE35435-DDF6-3055-0321-7ED21D22A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58834"/>
            <a:ext cx="12186206" cy="3695816"/>
          </a:xfrm>
        </p:spPr>
      </p:pic>
    </p:spTree>
    <p:extLst>
      <p:ext uri="{BB962C8B-B14F-4D97-AF65-F5344CB8AC3E}">
        <p14:creationId xmlns:p14="http://schemas.microsoft.com/office/powerpoint/2010/main" val="3356143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3D6A-3C50-FBF1-67E3-52CE93AE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0241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3-4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D8FA6-73E0-D59C-EC26-BE439AFA3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4"/>
            <a:ext cx="10515600" cy="460941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difference between NoSQL and relational database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Key-value database: no need complex relational structure, only key-value pairs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</p:txBody>
      </p:sp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948AEB9D-3DD8-4E03-7332-7C6987722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556" y="3008348"/>
            <a:ext cx="2531212" cy="3484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8DD598-F473-3289-F97C-8F7BDED4B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006087"/>
            <a:ext cx="8927721" cy="4606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2997DB-6590-31F4-3065-D1AE62F612AD}"/>
              </a:ext>
            </a:extLst>
          </p:cNvPr>
          <p:cNvSpPr txBox="1"/>
          <p:nvPr/>
        </p:nvSpPr>
        <p:spPr>
          <a:xfrm>
            <a:off x="4968032" y="4550556"/>
            <a:ext cx="5152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Advantage: insertion / search fast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CEB96E-876C-FB74-05D3-3977963BC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032" y="3544192"/>
            <a:ext cx="7039938" cy="50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05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B9CC-AF69-ECC4-65A0-02B246320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4200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3-4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19FD7-7BBC-64E0-E0A0-E50B6B90B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7128"/>
            <a:ext cx="10515600" cy="456983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storage: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92E0F-06DB-0066-5D28-ADAD87198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34781"/>
            <a:ext cx="10615726" cy="321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7BC1D7-AEF4-09B2-216A-FAEC2A6A9D0D}"/>
              </a:ext>
            </a:extLst>
          </p:cNvPr>
          <p:cNvSpPr txBox="1"/>
          <p:nvPr/>
        </p:nvSpPr>
        <p:spPr>
          <a:xfrm>
            <a:off x="1041991" y="2583712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</p:txBody>
      </p:sp>
      <p:pic>
        <p:nvPicPr>
          <p:cNvPr id="8" name="Picture 7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71226622-92CB-1F0C-FD38-2F6E03A32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91" y="3057729"/>
            <a:ext cx="3225209" cy="2641220"/>
          </a:xfrm>
          <a:prstGeom prst="rect">
            <a:avLst/>
          </a:prstGeom>
        </p:spPr>
      </p:pic>
      <p:pic>
        <p:nvPicPr>
          <p:cNvPr id="10" name="Picture 9" descr="A computer screen with text&#10;&#10;Description automatically generated">
            <a:extLst>
              <a:ext uri="{FF2B5EF4-FFF2-40B4-BE49-F238E27FC236}">
                <a16:creationId xmlns:a16="http://schemas.microsoft.com/office/drawing/2014/main" id="{23970142-A212-AC9D-D9F5-BD716BE26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777" y="3045377"/>
            <a:ext cx="4711061" cy="26418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D2E3F7-3D9E-C3B0-1F8F-D40D644B7D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990" y="5874588"/>
            <a:ext cx="9941913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36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3BB1F-EBE7-004E-82BC-2A5EEE541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3-4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8022F-5540-F728-F275-09321AD2C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Column-based NoSQL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Relational database (Row-based)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Q: How is the data stored in a relational database / column-based NoSQL?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D9AD2BB5-6425-8FE3-99C5-FE4A9DC39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19425"/>
            <a:ext cx="7378700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FA05F5-F5EC-6703-063C-D525052D3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16173"/>
            <a:ext cx="10068878" cy="687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569878-0221-34DD-16AF-6D6668FD7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925748"/>
            <a:ext cx="8512834" cy="29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63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0DC62-FA58-D639-09A8-16A21E9E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3-4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A4DC4-4467-BDCF-8ADC-56122B52B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storage: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Neo4j database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38ED1A-63F3-AB0A-3EA4-0644C43B6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161840"/>
            <a:ext cx="9782661" cy="729142"/>
          </a:xfrm>
          <a:prstGeom prst="rect">
            <a:avLst/>
          </a:prstGeom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B9B1651-CBDD-E403-7728-0B93C8CC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518933"/>
            <a:ext cx="6200554" cy="10408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D582A6-A613-91E0-8C26-71292CF79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732079"/>
            <a:ext cx="6200554" cy="613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3046F0-65C7-DC80-A4C3-C3CD76E12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5752032"/>
            <a:ext cx="9782660" cy="47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90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F921-5AF4-ACB4-0288-1096E90A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0849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338DE-F7D0-3747-D5FE-004BC6A63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53" y="1372211"/>
            <a:ext cx="10515600" cy="53794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WWW storage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Centralized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C60751-591F-22EC-5DA8-661258AD1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28420"/>
              </p:ext>
            </p:extLst>
          </p:nvPr>
        </p:nvGraphicFramePr>
        <p:xfrm>
          <a:off x="838200" y="1748562"/>
          <a:ext cx="5418666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14652239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62989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Cloud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WWW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647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Managed by 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 more hands-on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912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Ideal for </a:t>
                      </a:r>
                      <a:r>
                        <a:rPr lang="en-AU" dirty="0"/>
                        <a:t>backup, disaster recovery, and data-heavy applications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Suited for hosting websites, static content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93270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86B7194-4BE3-8B4A-AD66-2251B0F98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008955"/>
              </p:ext>
            </p:extLst>
          </p:nvPr>
        </p:nvGraphicFramePr>
        <p:xfrm>
          <a:off x="838199" y="4100257"/>
          <a:ext cx="9890051" cy="1763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8669">
                  <a:extLst>
                    <a:ext uri="{9D8B030D-6E8A-4147-A177-3AD203B41FA5}">
                      <a16:colId xmlns:a16="http://schemas.microsoft.com/office/drawing/2014/main" val="2213562358"/>
                    </a:ext>
                  </a:extLst>
                </a:gridCol>
                <a:gridCol w="4421382">
                  <a:extLst>
                    <a:ext uri="{9D8B030D-6E8A-4147-A177-3AD203B41FA5}">
                      <a16:colId xmlns:a16="http://schemas.microsoft.com/office/drawing/2014/main" val="2551830975"/>
                    </a:ext>
                  </a:extLst>
                </a:gridCol>
              </a:tblGrid>
              <a:tr h="374563">
                <a:tc>
                  <a:txBody>
                    <a:bodyPr/>
                    <a:lstStyle/>
                    <a:p>
                      <a:r>
                        <a:rPr lang="en-US" dirty="0"/>
                        <a:t>Centralized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Distributed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5473"/>
                  </a:ext>
                </a:extLst>
              </a:tr>
              <a:tr h="374563">
                <a:tc>
                  <a:txBody>
                    <a:bodyPr/>
                    <a:lstStyle/>
                    <a:p>
                      <a:r>
                        <a:rPr lang="en-US" dirty="0"/>
                        <a:t>Data in single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separated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338684"/>
                  </a:ext>
                </a:extLst>
              </a:tr>
              <a:tr h="374563">
                <a:tc>
                  <a:txBody>
                    <a:bodyPr/>
                    <a:lstStyle/>
                    <a:p>
                      <a:r>
                        <a:rPr lang="en-US" dirty="0"/>
                        <a:t>Easy to manage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 due to </a:t>
                      </a:r>
                      <a:r>
                        <a:rPr lang="en-AU" dirty="0"/>
                        <a:t>data distribution, consistency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971635"/>
                  </a:ext>
                </a:extLst>
              </a:tr>
              <a:tr h="374563">
                <a:tc>
                  <a:txBody>
                    <a:bodyPr/>
                    <a:lstStyle/>
                    <a:p>
                      <a:r>
                        <a:rPr lang="en-AU" dirty="0"/>
                        <a:t>Central server failure can lead to inaccessible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Higher availability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349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591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6296-0FC4-3225-A544-1BB9104CC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97861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BE54BE-AA2F-A3C9-3228-22C4D52A7D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242" y="1562986"/>
            <a:ext cx="10515600" cy="73893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12193-ECF4-B2CF-D220-D199EDC8E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42" y="2301920"/>
            <a:ext cx="9977468" cy="983540"/>
          </a:xfrm>
          <a:prstGeom prst="rect">
            <a:avLst/>
          </a:prstGeom>
        </p:spPr>
      </p:pic>
      <p:pic>
        <p:nvPicPr>
          <p:cNvPr id="9" name="Picture 8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28DDCE1F-F34E-D7FD-73FE-AF5BC3B0B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30" y="3429000"/>
            <a:ext cx="9424877" cy="316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72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318</Words>
  <Application>Microsoft Macintosh PowerPoint</Application>
  <PresentationFormat>Widescreen</PresentationFormat>
  <Paragraphs>97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Tutorial Week 2</vt:lpstr>
      <vt:lpstr>about me</vt:lpstr>
      <vt:lpstr>Question 1</vt:lpstr>
      <vt:lpstr>Question 1</vt:lpstr>
      <vt:lpstr>Question 1</vt:lpstr>
      <vt:lpstr>Question 2</vt:lpstr>
      <vt:lpstr>Question 2</vt:lpstr>
      <vt:lpstr>Question 2</vt:lpstr>
      <vt:lpstr>Question 3-4</vt:lpstr>
      <vt:lpstr>Question 3-4</vt:lpstr>
      <vt:lpstr>Question 3-4</vt:lpstr>
      <vt:lpstr>Question 3-4</vt:lpstr>
      <vt:lpstr>Question 5</vt:lpstr>
      <vt:lpstr>Question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Qingtan Shen</dc:creator>
  <cp:lastModifiedBy>Qingtan Shen</cp:lastModifiedBy>
  <cp:revision>6</cp:revision>
  <dcterms:created xsi:type="dcterms:W3CDTF">2024-07-30T08:24:40Z</dcterms:created>
  <dcterms:modified xsi:type="dcterms:W3CDTF">2026-03-13T04:18:14Z</dcterms:modified>
</cp:coreProperties>
</file>